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18872" cy="118872"/>
          </a:xfrm>
          <a:prstGeom prst="rect">
            <a:avLst/>
          </a:prstGeom>
          <a:solidFill>
            <a:srgbClr val="1858E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937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F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OMNI+ CANVAS — STRATEGY EXPORT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75488" y="14173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Roblox Racing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 Competition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315468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Submarines × Roblox Driving Empire — a paint scheme design contest where the winning livery is applied to the real NASCAR race car.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Exported from OMNI+ Canvas   ·   Build Submarines / Roblox Racing Wrap Competition   ·   July 27,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8872" cy="118872"/>
          </a:xfrm>
          <a:prstGeom prst="rect">
            <a:avLst/>
          </a:prstGeom>
          <a:solidFill>
            <a:srgbClr val="1858E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85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ASSIGNMENT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car, two worlds — and a contest at the intersection.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BuildSubmarines.com sponsors a real NASCAR stock car. In the physical world it races on asphalt at full speed; inside Roblox's Driving Empire it exists as a playable, drivable asset enjoyed by millions of young players every day.</a:t>
            </a:r>
            <a:endParaRPr lang="en-US" sz="1150" dirty="0"/>
          </a:p>
          <a:p>
            <a:pPr indent="0" marL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June 19 through July 20, players design their own livery for that car. The winning design doesn't just win a prize — it gets applied to the actual, physical NASCAR race car.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banner ad or a sponsored stream. It is a genuine creative competition that turns passive players into active participants.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1691640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 w="6350">
            <a:solidFill>
              <a:srgbClr val="E1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87568" y="1837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185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19 – JUL 20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87568" y="21488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Livery submission window inside Driving Empire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0" y="2734056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 w="6350">
            <a:solidFill>
              <a:srgbClr val="E1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87568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185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→ PHYSICAL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687568" y="319125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design wraps the real race car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0" y="3776472"/>
            <a:ext cx="3154680" cy="914400"/>
          </a:xfrm>
          <a:prstGeom prst="roundRect">
            <a:avLst>
              <a:gd name="adj" fmla="val 7000"/>
            </a:avLst>
          </a:prstGeom>
          <a:solidFill>
            <a:srgbClr val="F4F6FB"/>
          </a:solidFill>
          <a:ln w="6350">
            <a:solidFill>
              <a:srgbClr val="E1E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87568" y="39227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185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87568" y="42336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young players in the game every day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8872" cy="118872"/>
          </a:xfrm>
          <a:prstGeom prst="rect">
            <a:avLst/>
          </a:prstGeom>
          <a:solidFill>
            <a:srgbClr val="1858E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85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SUCCESS METRICS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3950208" cy="2651760"/>
          </a:xfrm>
          <a:prstGeom prst="roundRect">
            <a:avLst>
              <a:gd name="adj" fmla="val 2414"/>
            </a:avLst>
          </a:prstGeom>
          <a:solidFill>
            <a:srgbClr val="F4F6FB"/>
          </a:solidFill>
          <a:ln w="6350">
            <a:solidFill>
              <a:srgbClr val="E1E5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90872" y="1051560"/>
            <a:ext cx="3950208" cy="2651760"/>
          </a:xfrm>
          <a:prstGeom prst="roundRect">
            <a:avLst>
              <a:gd name="adj" fmla="val 2414"/>
            </a:avLst>
          </a:prstGeom>
          <a:solidFill>
            <a:srgbClr val="F4F6FB"/>
          </a:solidFill>
          <a:ln w="6350">
            <a:solidFill>
              <a:srgbClr val="E1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258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85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 submissions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1518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KPI. The number that anchors the case study and fuels the media pitch — recommended baseline target.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10912" y="13258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010912" y="2286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Earned media placements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10912" y="261518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KPI. Distinct placements across gaming press (IGN, Kotaku), motorsport media (Racer, NASCAR.com) and defense / workforce trades.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40690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0E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 dollar spent and every creative decision made gets one question: does this move the submission number?”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8872" cy="118872"/>
          </a:xfrm>
          <a:prstGeom prst="rect">
            <a:avLst/>
          </a:prstGeom>
          <a:solidFill>
            <a:srgbClr val="1858E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85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TARGET AUDIENCE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Young Builder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quietly serious maker who has spent years getting genuinely good at designing things inside games — and is only beginning to suspect, with equal parts hunger and anxiety, that those skills might have a place in the real world.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 of Gen Z identify as creators (Varkey Foundation). Reese is living proof of that number — without the vocabulary or external validation to make it feel legitimate yet.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960120"/>
          <a:ext cx="34290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194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50" kern="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0F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50" kern="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PLATFORM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0F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Roblox — Driving Empire, daily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50" kern="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IN-GAME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0F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2.4+ hours a day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50" kern="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SELF-IDENTITY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0F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Creator, not gamer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50" kern="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CAREER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0F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Undecided — window still open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150" kern="0" dirty="0">
                          <a:solidFill>
                            <a:srgbClr val="6670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LINK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E0F1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Drives the car. Doesn't know why it exists.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8872" cy="118872"/>
          </a:xfrm>
          <a:prstGeom prst="rect">
            <a:avLst/>
          </a:prstGeom>
          <a:solidFill>
            <a:srgbClr val="1858E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85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CORE INSIGHT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051560"/>
            <a:ext cx="7955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0E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generation of builders is already building — they're just doing it inside games.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6949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curiosity and craft that drives a 14-year-old to spend hours perfecting a car livery is the curiosity and craft that makes a great engineer, welder, or designer. The skills are adjacent. The mindset is identical. BuildSubmarines.com doesn't need to convince young people to become builders — they already are. It needs to show them the real world has a place for that instinct.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5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057400" y="40416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minutes in the car — with zero recruitment messaging. This contest is the proof of claim.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8872" cy="118872"/>
          </a:xfrm>
          <a:prstGeom prst="rect">
            <a:avLst/>
          </a:prstGeom>
          <a:solidFill>
            <a:srgbClr val="1858E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85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CREATIVE TERRITORY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Screen Builds Real Things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distance between what you build on a screen and what gets built in the world is smaller than you think — and this contest proves it. The player who has spent hundreds of hours customizing vehicles isn't playing pretend. They're practicing.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1600200"/>
            <a:ext cx="3154680" cy="1243584"/>
          </a:xfrm>
          <a:prstGeom prst="roundRect">
            <a:avLst>
              <a:gd name="adj" fmla="val 5147"/>
            </a:avLst>
          </a:prstGeom>
          <a:solidFill>
            <a:srgbClr val="F4F6FB"/>
          </a:solidFill>
          <a:ln w="6350">
            <a:solidFill>
              <a:srgbClr val="E1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87568" y="17282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85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ROLE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87568" y="198424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revelation. It recontextualizes what players already do — customize, configure, design — as proof of something larger.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0" y="2971800"/>
            <a:ext cx="3154680" cy="1243584"/>
          </a:xfrm>
          <a:prstGeom prst="roundRect">
            <a:avLst>
              <a:gd name="adj" fmla="val 5147"/>
            </a:avLst>
          </a:prstGeom>
          <a:solidFill>
            <a:srgbClr val="F4F6FB"/>
          </a:solidFill>
          <a:ln w="6350">
            <a:solidFill>
              <a:srgbClr val="E1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87568" y="3099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85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TENSION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87568" y="335584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ache to know that what you do digitally can have weight in the world. This contest is the bridge.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42519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territory most capable of generating earned affinity rather than transactional engagement.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8872" cy="118872"/>
          </a:xfrm>
          <a:prstGeom prst="rect">
            <a:avLst/>
          </a:prstGeom>
          <a:solidFill>
            <a:srgbClr val="1858E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85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CREATIVE TERRITORY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E0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Outlive the Feed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4709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everything this audience makes disappears — a TikTok scrolls past, a Reel gets buried, a session resets. This contest produces the opposite: a winning design applied to a real car that runs at full speed in front of cameras and crowds. The rare creative output that does not vanish — and that is the entire point.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0" y="1600200"/>
            <a:ext cx="3154680" cy="1243584"/>
          </a:xfrm>
          <a:prstGeom prst="roundRect">
            <a:avLst>
              <a:gd name="adj" fmla="val 5147"/>
            </a:avLst>
          </a:prstGeom>
          <a:solidFill>
            <a:srgbClr val="F4F6FB"/>
          </a:solidFill>
          <a:ln w="6350">
            <a:solidFill>
              <a:srgbClr val="E1E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87568" y="17282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85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ROLE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87568" y="198424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Permanence as the prize. Not exposure — evidence. Material proof that what you make has weight in the world.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0" y="2971800"/>
            <a:ext cx="3154680" cy="1243584"/>
          </a:xfrm>
          <a:prstGeom prst="roundRect">
            <a:avLst>
              <a:gd name="adj" fmla="val 5147"/>
            </a:avLst>
          </a:prstGeom>
          <a:solidFill>
            <a:srgbClr val="F4F6FB"/>
          </a:solidFill>
          <a:ln w="6350">
            <a:solidFill>
              <a:srgbClr val="E1E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87568" y="3099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85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TENSION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87568" y="335584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A41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prolific creative generation in history, making work inside systems engineered to erase it.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42519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file → printed wrap → applied panel → race day. Each step is its own video, and each one extends the campaign.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8872" cy="118872"/>
          </a:xfrm>
          <a:prstGeom prst="rect">
            <a:avLst/>
          </a:prstGeom>
          <a:solidFill>
            <a:srgbClr val="1858EE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F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FLIGHT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19 → JUL 20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7249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in-game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167128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67128" y="27249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livery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31336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31336" y="27249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95544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95544" y="27249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wrap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59752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59752" y="27249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day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7490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record the algorithm can't delete.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Exported from OMNI+ Canvas   ·   Build Submarines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Roblox Racing Wrap Competition — Strategy Brief</dc:title>
  <dc:subject>PptxGenJS Presentation</dc:subject>
  <dc:creator>OMNI+ Canvas</dc:creator>
  <cp:lastModifiedBy>OMNI+ Canvas</cp:lastModifiedBy>
  <cp:revision>1</cp:revision>
  <dcterms:created xsi:type="dcterms:W3CDTF">2026-07-27T17:08:54Z</dcterms:created>
  <dcterms:modified xsi:type="dcterms:W3CDTF">2026-07-27T17:08:54Z</dcterms:modified>
</cp:coreProperties>
</file>